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B010-3FDF-D7B1-D482-1BD6A209E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66819-F14F-58BA-DD22-3704FABE1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3C84A-74AF-33DF-2BFF-2315AD6EE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CF1C4-5F8D-7F08-A589-3515D6FA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E558D-6DEE-5DCE-0590-85BA1D3B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849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7405-69AB-16D7-AA6C-B32357B9F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54849-03C6-5221-AECA-4C74489B6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42B35-E8C7-3277-84B9-9BE8D480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D0E6D-F016-461E-BDC8-511539D8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5AFBC-E7CB-3142-AD3A-88685879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015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ABB45-6783-7F7B-0FA7-6869234B2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2091D-46D2-0292-8815-5D94067DE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F411A-FB2B-70AF-E204-3D4C451B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3D46D-9883-6E59-4BCF-640CF9BE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220E3-5C22-13FF-61CA-C1987C49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3597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FB2F-6F02-5060-E724-CAB2DA2A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C92E8-6D0E-4C34-8DA1-2D6B68BA1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7F153-B7AC-698A-0A76-BECAB34D8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4DCAC-DAF9-0871-30DC-5CAFB9863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26EC1-B3B3-5AD6-767A-F2F928C19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1A563-6084-A08B-5470-0B039D87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48818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32A4-5838-F240-3BD5-890140F0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7EB94-0ACE-230D-F6F1-37102DC05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C87C0-B5BE-7123-1E3C-056FC62C8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62221F-60AD-024C-CAA6-30F77FD652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CB60E-B690-6920-D10A-45171C27B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BCD34C-9515-97B7-B787-B0614C695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82710-1905-EB40-F302-4B1A0EAD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1A3F47-4DC6-A42C-7FFA-FB0BA731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969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C5CA-7CB0-3010-D313-71532956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5AE69-2904-0454-17A6-731FB513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87D2B-FA1C-5CAD-F148-AF8197F7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038BC-D56B-3FD8-5094-C2F344046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120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0DC419-9FF7-4C24-ACC3-F1B295834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C8014C-8AC3-F1E1-DE7E-1BF507FA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16A04-0107-34A3-5365-BF426C8F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77088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E0F05-08E9-0EB5-EC9D-DBBE7470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77B7A-9096-BB3A-822A-5CB3C43E1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023DD-55CB-3D5C-65D6-D9378C00F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C44A8-DEE3-23CF-650B-15FDE802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E8B11-5F41-B196-D3BB-F589CDB3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B1E0F-54B4-DE87-9CE2-8AA560C7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286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C9A1-9B3E-F079-D15C-C50DDF22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929FC-D8C0-82C4-AE44-A565B534C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C4E92-22FC-DCD8-9A03-460A2721F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AA35D-CE4F-14A1-F3F7-2439A95D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5996F-024C-4F6B-0628-724A8CDD6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04A3B-945D-A8D4-BAD7-1FBA5039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617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9A74-CD66-752F-CB22-10B0275C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B63A4-942C-62FF-C78A-1E8A8A23D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ECA6B-54DB-22CB-9CCC-DBD186A0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8E49-47F5-901F-F275-B2EE0071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10548-5185-9FB4-7786-01C472D1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02860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CC003B-AFA3-23F4-AC45-8FE8A0D09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F465C-7691-636B-7B84-5E4BF32C0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DEBC6-5AFC-4F1F-6DDF-8FD0ACAC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EAE8B-4413-7EF2-2218-55633C9BF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84A31-3061-0604-DAF8-AEC3F243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017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006997-7BCF-FF9A-D08F-80D83A69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1728F-76C1-AB7A-7F1E-77C5CAEBA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F95BF-781B-55B4-B264-0F433CAAC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24E03-3A3F-41B0-9B39-21FFAABF72D9}" type="datetimeFigureOut">
              <a:rPr lang="vi-VN" smtClean="0"/>
              <a:t>04/01/2026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C3CA3-12E1-988D-FD03-826AB2895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B26D8-E52D-EBBB-9CB8-D58664CB9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A3FDE-FE44-44E5-A0F9-1F4564F9D7A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756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0E51A2-39B4-8492-10EE-0C12A0122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71785" cy="4010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FAA478-E90C-479B-A448-DDAEB8A1D51B}"/>
              </a:ext>
            </a:extLst>
          </p:cNvPr>
          <p:cNvSpPr txBox="1"/>
          <p:nvPr/>
        </p:nvSpPr>
        <p:spPr>
          <a:xfrm>
            <a:off x="3390610" y="76200"/>
            <a:ext cx="178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EDGE-AI</a:t>
            </a:r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3E6092-C690-62A1-CB6D-DCA4A2582D08}"/>
              </a:ext>
            </a:extLst>
          </p:cNvPr>
          <p:cNvSpPr txBox="1"/>
          <p:nvPr/>
        </p:nvSpPr>
        <p:spPr>
          <a:xfrm>
            <a:off x="-66675" y="1820346"/>
            <a:ext cx="170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Micro INMP441</a:t>
            </a:r>
            <a:endParaRPr lang="vi-VN" dirty="0">
              <a:highlight>
                <a:srgbClr val="FFFF00"/>
              </a:highligh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FBEBCE-50FB-5065-F975-738F3B470AE0}"/>
              </a:ext>
            </a:extLst>
          </p:cNvPr>
          <p:cNvCxnSpPr/>
          <p:nvPr/>
        </p:nvCxnSpPr>
        <p:spPr>
          <a:xfrm>
            <a:off x="785812" y="2189678"/>
            <a:ext cx="938213" cy="4011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6F3D442-8690-EBE0-7445-45AFC2D09B0A}"/>
              </a:ext>
            </a:extLst>
          </p:cNvPr>
          <p:cNvSpPr txBox="1"/>
          <p:nvPr/>
        </p:nvSpPr>
        <p:spPr>
          <a:xfrm>
            <a:off x="3252497" y="1343025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ESP32-S3 N16R8</a:t>
            </a:r>
            <a:endParaRPr lang="vi-VN" dirty="0">
              <a:highlight>
                <a:srgbClr val="FFFF00"/>
              </a:highlight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33CA06-0F54-FAFF-9ED1-6E2DF1D02D16}"/>
              </a:ext>
            </a:extLst>
          </p:cNvPr>
          <p:cNvCxnSpPr>
            <a:stCxn id="10" idx="1"/>
          </p:cNvCxnSpPr>
          <p:nvPr/>
        </p:nvCxnSpPr>
        <p:spPr>
          <a:xfrm flipH="1">
            <a:off x="2695575" y="1527691"/>
            <a:ext cx="556922" cy="2926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724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526BAC-05C2-FFB6-51AF-311DDE7B9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67300" cy="43448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1871AD-4200-2789-FE03-65DF9DCCE3DC}"/>
              </a:ext>
            </a:extLst>
          </p:cNvPr>
          <p:cNvSpPr txBox="1"/>
          <p:nvPr/>
        </p:nvSpPr>
        <p:spPr>
          <a:xfrm>
            <a:off x="3638550" y="21193"/>
            <a:ext cx="128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GateWays</a:t>
            </a:r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A8AAD-1868-FAEF-9D08-2B56AF0A3268}"/>
              </a:ext>
            </a:extLst>
          </p:cNvPr>
          <p:cNvSpPr txBox="1"/>
          <p:nvPr/>
        </p:nvSpPr>
        <p:spPr>
          <a:xfrm>
            <a:off x="3124200" y="8763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ESP32-WROOM</a:t>
            </a:r>
            <a:endParaRPr lang="vi-VN" dirty="0">
              <a:highlight>
                <a:srgbClr val="FFFF00"/>
              </a:highligh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D00531-263E-D5AA-B5E0-1A48A58023DA}"/>
              </a:ext>
            </a:extLst>
          </p:cNvPr>
          <p:cNvCxnSpPr/>
          <p:nvPr/>
        </p:nvCxnSpPr>
        <p:spPr>
          <a:xfrm flipH="1">
            <a:off x="1419225" y="1245632"/>
            <a:ext cx="2605087" cy="12118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80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F01010-D92C-9F95-9CB3-DBB2F105B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05375" cy="36795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0A13EF-3D69-EB86-307F-9E40D2BB7340}"/>
              </a:ext>
            </a:extLst>
          </p:cNvPr>
          <p:cNvSpPr txBox="1"/>
          <p:nvPr/>
        </p:nvSpPr>
        <p:spPr>
          <a:xfrm>
            <a:off x="3295649" y="0"/>
            <a:ext cx="191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Sensor</a:t>
            </a:r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BD3F9-26A1-B873-972E-23C3C3C0B1F9}"/>
              </a:ext>
            </a:extLst>
          </p:cNvPr>
          <p:cNvSpPr txBox="1"/>
          <p:nvPr/>
        </p:nvSpPr>
        <p:spPr>
          <a:xfrm>
            <a:off x="200025" y="2381250"/>
            <a:ext cx="124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BH1750</a:t>
            </a:r>
            <a:endParaRPr lang="vi-VN" dirty="0">
              <a:highlight>
                <a:srgbClr val="FFFF00"/>
              </a:highligh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8399C2-B2BD-0264-4A3A-76CBBB8E7B26}"/>
              </a:ext>
            </a:extLst>
          </p:cNvPr>
          <p:cNvCxnSpPr/>
          <p:nvPr/>
        </p:nvCxnSpPr>
        <p:spPr>
          <a:xfrm flipV="1">
            <a:off x="628650" y="1466850"/>
            <a:ext cx="428625" cy="914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A16B67-4F9B-1520-B10C-097A30CF0391}"/>
              </a:ext>
            </a:extLst>
          </p:cNvPr>
          <p:cNvSpPr txBox="1"/>
          <p:nvPr/>
        </p:nvSpPr>
        <p:spPr>
          <a:xfrm>
            <a:off x="3619500" y="819150"/>
            <a:ext cx="159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ESP32-C3</a:t>
            </a:r>
            <a:endParaRPr lang="vi-VN" dirty="0">
              <a:highlight>
                <a:srgbClr val="FFFF00"/>
              </a:highlight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7561F3-FE5B-39FE-1710-E14E4ADC1DB0}"/>
              </a:ext>
            </a:extLst>
          </p:cNvPr>
          <p:cNvCxnSpPr/>
          <p:nvPr/>
        </p:nvCxnSpPr>
        <p:spPr>
          <a:xfrm flipH="1">
            <a:off x="3028950" y="981075"/>
            <a:ext cx="590550" cy="952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734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Thắng Đặng</dc:creator>
  <cp:lastModifiedBy>Thắng Đặng</cp:lastModifiedBy>
  <cp:revision>3</cp:revision>
  <dcterms:created xsi:type="dcterms:W3CDTF">2026-01-03T17:46:25Z</dcterms:created>
  <dcterms:modified xsi:type="dcterms:W3CDTF">2026-01-03T17:51:14Z</dcterms:modified>
</cp:coreProperties>
</file>